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28600" cy="2286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D8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3e adulte du foyer.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parents qui en ont plein le dos.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754880"/>
            <a:ext cx="1371600" cy="36576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Spec produit  ·  Avril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LE PROBLÈME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parents sont au bout du rouleau.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parents en burn-out parental en France (2024)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92608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8h/j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63440" y="4480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charge mentale invisible, majoritairement portée par un seul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292608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412480" y="4480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couples disent que ça crée des tensions régulières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Enquête Gras Savoye 2024, OPE, URIOPSS.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LA DÉRIVE SILENCIEUSE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Ça fait 10 jours qu'on achète des plats industriels. 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n'a fait les courses. 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dort 5h. 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J'oublie les rendez-vous pédiatre. 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vit en mode survie.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669280"/>
            <a:ext cx="1371600" cy="36576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pire : on le voit. On ne peut pas l'arrêter.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POUR QUI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persona de Yova.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82880" cy="1828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30-45 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la plus touchée par la charge mentale parentale.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468880"/>
            <a:ext cx="182880" cy="1828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Couple, 1-3 enfants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2743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Généralement en bas âge (&lt; 10 ans). Charge concrète élevée.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182880" cy="1828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actifs en surcharge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+ parentalité + vie sociale = plus de bande passante.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657600"/>
            <a:ext cx="182880" cy="1828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Conscient mais impuissant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les dérives, ne peut pas les corriger seul.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182880" cy="1828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 moyens 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payer 15 €/mois pour reprendre le contrôle.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846320"/>
            <a:ext cx="182880" cy="1828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à l'aise, pas power user 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N'utilise pas ChatGPT à fond. Veut une app qui fait le travail.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LA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 est une IA qui vit dans votre foyer.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connaît vos enfants. Leurs âges, leurs allergies, leurs activités.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connaît votre couple. Votre fatigue, vos contraintes, vos routines.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voit vos dérives avant vous. Elle vous tient la main, avec douceur.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pense à votre place quand vous n'y arrivez plus.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5669280"/>
            <a:ext cx="1371600" cy="36576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3e adulte qui tient le cap.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LES 4 PILIERS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fait que Yova tient debout.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73152" cy="192024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Connaissance intime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vivante du foyer : membres, âges, contraintes, routines, épisodes de vie.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94560"/>
            <a:ext cx="73152" cy="192024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dérives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quotidiens qui repèrent les patterns inquiétants. Yova voit ce que vous ne voyez plus.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389120"/>
            <a:ext cx="73152" cy="192024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937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Proactivité douce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5486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et suggestions au bon ton, au bon moment. Jamais culpabilisant.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38912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89120"/>
            <a:ext cx="73152" cy="192024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937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crise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5486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tout dérape, Yova réduit au minimum vital et porte le reste. L'app simplifie, pas compliquée.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POURQUOI PAS CHATGPT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ChatGPT ne peut pas faire.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3E9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Passif — attend qu'on lui demande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Voit les dérives, te ping au bon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Unité de vie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Mono-user, pas de notion de foyer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foyer est l'unité, partagé par les parents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Limitée, individuelle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vivante du foyer, évolutive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faut prompter proprement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parles normal, l'app fait le travail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rituel intégré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Rituel vocal du soir, 3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D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L'APP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onglets. Rien de plus.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foyer en surcharge ne peut pas gérer une app compliquée.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566160" cy="3108960"/>
          </a:xfrm>
          <a:prstGeom prst="rect">
            <a:avLst/>
          </a:prstGeom>
          <a:solidFill>
            <a:srgbClr val="8A4A62"/>
          </a:solidFill>
          <a:ln w="12700">
            <a:solidFill>
              <a:srgbClr val="8A4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26080"/>
            <a:ext cx="3566160" cy="73152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Aujourd'hui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L'inbox unique. Ce qui compte maintenant, 3-5 items max. Rien de plus.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926080"/>
            <a:ext cx="3566160" cy="3108960"/>
          </a:xfrm>
          <a:prstGeom prst="rect">
            <a:avLst/>
          </a:prstGeom>
          <a:solidFill>
            <a:srgbClr val="8A4A62"/>
          </a:solidFill>
          <a:ln w="12700">
            <a:solidFill>
              <a:srgbClr val="8A4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926080"/>
            <a:ext cx="3566160" cy="73152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👨‍👩‍👧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foyer vivant. Membres, contraintes, observations de Yova.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926080"/>
            <a:ext cx="3566160" cy="3108960"/>
          </a:xfrm>
          <a:prstGeom prst="rect">
            <a:avLst/>
          </a:prstGeom>
          <a:solidFill>
            <a:srgbClr val="8A4A62"/>
          </a:solidFill>
          <a:ln w="12700">
            <a:solidFill>
              <a:srgbClr val="8A4A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926080"/>
            <a:ext cx="3566160" cy="73152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0392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Parler à Yova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et vocal. Check-in du soir, conversation libre, historique.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ÉCRAN AUJOURD'HUI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Ouvre l'app, vois ce qui compte, zéro charge mentale. 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3200400" cy="4572000"/>
          </a:xfrm>
          <a:prstGeom prst="roundRect">
            <a:avLst>
              <a:gd name="adj" fmla="val 7143"/>
            </a:avLst>
          </a:prstGeom>
          <a:solidFill>
            <a:srgbClr val="2A1A1F"/>
          </a:solidFill>
          <a:ln w="12700">
            <a:solidFill>
              <a:srgbClr val="2A1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377440"/>
            <a:ext cx="2926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514600"/>
            <a:ext cx="2834640" cy="36576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🫂 Mode crise actif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18h30 · Maintenant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Dîner à préparer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Pâtes au saumon (12 min)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aujourd'hui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Lancer machine à laver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Signer autorisation Léa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Appeler pédiatre pour Mia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radar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Anniv de Léa dans 5 jours — on en parle 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286000"/>
            <a:ext cx="54864" cy="91440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Banner contextuel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si mode crise ON. Rappel doux.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3291840"/>
            <a:ext cx="54864" cy="91440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« Maintenant 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611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seule chose urgente, s'il y en a une.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4297680"/>
            <a:ext cx="54864" cy="91440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 tâches max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4617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liste exhaustive. Anti-surcharge.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5303520"/>
            <a:ext cx="54864" cy="91440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69280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Anticipations Yova collapsible.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ÉCRAN FAMILLE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Ce que Yova sait de vous. 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" cy="9144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Adultes + enfants avec âges, classes, allergies, activités, routines.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337560"/>
            <a:ext cx="73152" cy="9144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actuel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d'énergie, événements de vie difficiles, aides externes.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389120"/>
            <a:ext cx="73152" cy="9144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Routines &amp; équipements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Yova, allégé au strict utile.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44068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440680"/>
            <a:ext cx="73152" cy="91440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Yova a remarqué 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8 livraisons ce mois / Barbara &lt; 6h sur 5 nuits / salon pas rangé depuis dimanche ». LA feature wow.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PARLER À YOVA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rituel du soir.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minutes, vocal. Tu poses ton téléphone, tu racontes. Yova écoute, extrait, anticipe.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YOVA 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Coucou. Comment s'est passée ta journée 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 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Claqué. Barbara a encore pas dormi, les filles étaient infernales au dîner…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YOVA 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note. Vous avez prévu quoi demain pour le dîner 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 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j'y ai pas pensé.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YOVA 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OK. Je te propose des pâtes sauce tomate (12 min, Léa adore) — je te mets l'ingrédient qui manque sur la liste courses 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 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vas-y.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LA TECH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mémoire à 3 couches.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914400" cy="9144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Mémoire structurée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: membres, contraintes, routines, événements. Source de vérité factuelle.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914400" cy="9144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2024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Mémoire narrative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: chaque conversation stockée en embeddings. Recherchable sémantiquement.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914400" cy="9144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92024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2024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quotidiens détectent les patterns (cooking drift, sleep deficit, event unprepared).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852160"/>
            <a:ext cx="1371600" cy="36576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Next.js · Supabase + pgvector · Claude (Haiku + Sonnet) · Deepgram STT · ElevenLabs TTS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Juste. Défendable.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check-in vocal / semaine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basiques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mémoire longue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mode crise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03520" cy="3931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194560"/>
            <a:ext cx="5303520" cy="91440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14,99 € / mois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149 € / an (−17 %)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0233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illimité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longue du foyer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dérives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crise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users foyer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mois jusqu'au launch public.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Fondations pivot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0" y="2359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3 onglets, fiches membres enrichies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Mémoire longue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999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faits durables, rétention vraie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Parler à Yova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3639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STT/TTS, rituel du soir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dérives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0" y="4279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observations, notifs douces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crise + anticipations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0" y="49194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UX, anniv/rdv/vacances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+ launch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0" y="5559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users hors foyer fondateur, paywall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6126480"/>
            <a:ext cx="1371600" cy="36576"/>
          </a:xfrm>
          <a:prstGeom prst="rect">
            <a:avLst/>
          </a:prstGeom>
          <a:solidFill>
            <a:srgbClr val="D8A96B"/>
          </a:solidFill>
          <a:ln w="12700">
            <a:solidFill>
              <a:srgbClr val="D8A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· fondateur · ouned21 sur GitHub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YOVA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Yova — Le 3e adulte du foyer</dc:title>
  <dc:subject>PptxGenJS Presentation</dc:subject>
  <dc:creator>Jonathan — Yova</dc:creator>
  <cp:lastModifiedBy>Jonathan — Yova</cp:lastModifiedBy>
  <cp:revision>1</cp:revision>
  <dcterms:created xsi:type="dcterms:W3CDTF">2026-04-21T08:46:31Z</dcterms:created>
  <dcterms:modified xsi:type="dcterms:W3CDTF">2026-04-21T08:46:31Z</dcterms:modified>
</cp:coreProperties>
</file>